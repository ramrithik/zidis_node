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92000">
            <a:off x="7863840" y="-411480"/>
            <a:ext cx="1463040" cy="146304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1274" y="85954"/>
            <a:ext cx="468173" cy="468173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110000">
            <a:off x="-457200" y="4114800"/>
            <a:ext cx="1371600" cy="137160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" y="4581144"/>
            <a:ext cx="438912" cy="438912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332000">
            <a:off x="548640" y="4572000"/>
            <a:ext cx="822960" cy="82296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8446" y="4851806"/>
            <a:ext cx="263347" cy="263347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0972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ZIDIS NODE: RTOS-DRIVEN MANUAL ALARM SYSTEM ON THE STM32H533RETX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43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Firmware Foundation and Hardware Abstraction Layer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383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MT-Kernel (Micro T-Kernel)  |  Tools: STM32CubeMX, STM32CubeIDE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110000">
            <a:off x="-457200" y="-365760"/>
            <a:ext cx="1188720" cy="118872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3035" y="38405"/>
            <a:ext cx="380390" cy="380390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99000">
            <a:off x="411480" y="-457200"/>
            <a:ext cx="822960" cy="82296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1286" y="-177394"/>
            <a:ext cx="263347" cy="263347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536000">
            <a:off x="8046720" y="4297680"/>
            <a:ext cx="1371600" cy="137160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13064" y="4764024"/>
            <a:ext cx="438912" cy="438912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65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731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and validate the foundational firmware architecture and hardware abstraction layer (HAL) on the STM32H533RETX.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463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DELIVERABLE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28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highly responsive, RTOS-driven manual alarm system triggered by a physical user button.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560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FROM PHASE 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26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Seismic data acquisition, P-wave analysis (DSP) and Multi-Layer Perceptron (MLP) neural networks were deferred on purpose, to isolate and verify core system stability.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657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23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the RTOS scheduler, memory management and basic I/O are solid before computationally heavy tasks are added.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758000">
            <a:off x="8138160" y="-365760"/>
            <a:ext cx="1188720" cy="118872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2325" y="38405"/>
            <a:ext cx="380390" cy="380390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110000">
            <a:off x="-457200" y="4297680"/>
            <a:ext cx="1097280" cy="109728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4125" y="4670755"/>
            <a:ext cx="351130" cy="351130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888000">
            <a:off x="365760" y="4663440"/>
            <a:ext cx="731520" cy="73152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477" y="4912157"/>
            <a:ext cx="234086" cy="234086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ARCHITECTURE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MT-Kernel (Micro T-Kernel), configured for real-time task scheduling.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Task: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 the system, configures clocks, spawns the other tasks, then terminates.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Task: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system in a low-power state while waiting for events.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Manager Task: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priority; stays blocked until signaled by the button interrupt.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RTOS semaphores signal the Alarm Manager Task instantly from the interrupt context.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99000">
            <a:off x="-411480" y="-365760"/>
            <a:ext cx="1097280" cy="109728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8405" y="7315"/>
            <a:ext cx="351130" cy="351130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14000">
            <a:off x="7955280" y="4206240"/>
            <a:ext cx="1463040" cy="146304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2714" y="4703674"/>
            <a:ext cx="468173" cy="468173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782000">
            <a:off x="7406640" y="4754880"/>
            <a:ext cx="731520" cy="73152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55357" y="5003597"/>
            <a:ext cx="234086" cy="234086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INTERFACE</a:t>
            </a:r>
            <a:endParaRPr lang="en-US" sz="2800" dirty="0"/>
          </a:p>
        </p:txBody>
      </p:sp>
      <p:pic>
        <p:nvPicPr>
          <p:cNvPr id="9" name="Image 0" descr="/mnt/user-data/uploads/Screenshot_2026-10-01_1015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023360" cy="29111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4206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Pinout in STM32CubeMX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2344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PC13 (user button):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with internal pull resistors, mapped to the EXTI controller.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PA5 (alarm output):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push-pull output that drives the alarm.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Future-proofing: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SPI2, I2C1 and ADC1 pins already mapped, so adding sensors causes no conflicts.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9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92000">
            <a:off x="7863840" y="-411480"/>
            <a:ext cx="1463040" cy="146304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1274" y="85954"/>
            <a:ext cx="468173" cy="468173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110000">
            <a:off x="-457200" y="4114800"/>
            <a:ext cx="1371600" cy="137160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" y="4581144"/>
            <a:ext cx="438912" cy="438912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332000">
            <a:off x="548640" y="4572000"/>
            <a:ext cx="822960" cy="82296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8446" y="4851806"/>
            <a:ext cx="263347" cy="263347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AND BUILD</a:t>
            </a:r>
            <a:endParaRPr lang="en-US" sz="2800" dirty="0"/>
          </a:p>
        </p:txBody>
      </p:sp>
      <p:pic>
        <p:nvPicPr>
          <p:cNvPr id="9" name="Image 0" descr="/mnt/user-data/uploads/Screenshot_2026-10-01_1017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754880" cy="24589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3703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STM32CubeIDE workspace and build console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11887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Written: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MX_GPIO_Init and SystemClock_Config, tuning SYSCLK for reliable interrupts without excess power draw.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build of ZIDIS_Node.elf with 0 errors and 0 warnings.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Footprint: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binary, leaving Flash and SRAM free for later phases.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110000">
            <a:off x="-457200" y="-365760"/>
            <a:ext cx="1188720" cy="118872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3035" y="38405"/>
            <a:ext cx="380390" cy="380390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99000">
            <a:off x="411480" y="-457200"/>
            <a:ext cx="822960" cy="82296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1286" y="-177394"/>
            <a:ext cx="263347" cy="263347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536000">
            <a:off x="8046720" y="4297680"/>
            <a:ext cx="1371600" cy="137160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13064" y="4764024"/>
            <a:ext cx="438912" cy="438912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 AND DEBOUNCE LOGIC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280160"/>
            <a:ext cx="7315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 handler: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interrupt fires the moment the button on PC13 is pressed.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 strategy: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debouncing ignores further interrupts for a short window, so switch bounce cannot cause false alarms.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switching: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ISR clears the interrupt flag, gives the RTOS semaphore and yields to the high-priority Alarm Manager Task, with no CPU polling loops.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758000">
            <a:off x="8138160" y="-365760"/>
            <a:ext cx="1188720" cy="118872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2325" y="38405"/>
            <a:ext cx="380390" cy="380390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110000">
            <a:off x="-457200" y="4297680"/>
            <a:ext cx="1097280" cy="109728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4125" y="4670755"/>
            <a:ext cx="351130" cy="351130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888000">
            <a:off x="365760" y="4663440"/>
            <a:ext cx="731520" cy="73152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477" y="4912157"/>
            <a:ext cx="234086" cy="234086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188720"/>
            <a:ext cx="7315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on / reset: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bootstrap sequence runs.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and RTOS init: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clocks, GPIOs and MT-Kernel are initialized.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Standby: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idles; Alarm Manager is blocked on the button semaphore.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event: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presses the button and the EXTI interrupt fires.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 execution: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 verified, semaphore given, context switch requested.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execution: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Manager wakes immediately and drives PA5 HIGH.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9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99000">
            <a:off x="-411480" y="-365760"/>
            <a:ext cx="1097280" cy="109728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8405" y="7315"/>
            <a:ext cx="351130" cy="351130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14000">
            <a:off x="7955280" y="4206240"/>
            <a:ext cx="1463040" cy="146304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2714" y="4703674"/>
            <a:ext cx="468173" cy="468173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782000">
            <a:off x="7406640" y="4754880"/>
            <a:ext cx="731520" cy="73152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55357" y="5003597"/>
            <a:ext cx="234086" cy="234086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ACCEPTANCE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stability: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continuously with no MT-Kernel faults, stack overflows or memory leaks.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from button press to alarm output is deterministic, measured in microseconds.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testing: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rapid, repeated presses are handled correctly, confirming the debounce logic and ISR.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baseline: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idle time, RAM footprint and Flash usage recorded, to measure the impact of DSP/MLP algorithms in Phase 2.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9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92000">
            <a:off x="7863840" y="-411480"/>
            <a:ext cx="1463040" cy="146304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1274" y="85954"/>
            <a:ext cx="468173" cy="468173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110000">
            <a:off x="-457200" y="4114800"/>
            <a:ext cx="1371600" cy="1371600"/>
          </a:xfrm>
          <a:prstGeom prst="gear6">
            <a:avLst/>
          </a:prstGeom>
          <a:solidFill>
            <a:srgbClr val="E08A2E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" y="4581144"/>
            <a:ext cx="438912" cy="438912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332000">
            <a:off x="548640" y="4572000"/>
            <a:ext cx="822960" cy="822960"/>
          </a:xfrm>
          <a:prstGeom prst="gear6">
            <a:avLst/>
          </a:prstGeom>
          <a:solidFill>
            <a:srgbClr val="4A6785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8446" y="4851806"/>
            <a:ext cx="263347" cy="263347"/>
          </a:xfrm>
          <a:prstGeom prst="ellipse">
            <a:avLst/>
          </a:prstGeom>
          <a:solidFill>
            <a:srgbClr val="D9DDE3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2026-10-01T05:02:39Z</dcterms:created>
  <dcterms:modified xsi:type="dcterms:W3CDTF">2026-10-01T05:02:39Z</dcterms:modified>
</cp:coreProperties>
</file>